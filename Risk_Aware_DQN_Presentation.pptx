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Deep Q-Learning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 in Dynamic Environments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Comparison of Standard DQN vs Risk-Aware DQN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Episodes | 12×12 Grid | 5 Moving Obstacles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Safely in Dynamic Environments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 goal position efficiently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collisions with 5 obstacles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Obstacles move unpredictably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safety vs. 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optimal navigation policy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12×12 grid world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(A) starts randomly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 (G) placed far away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bouncing obstacles (X)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 150 steps per episode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Two DQN Agents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DQN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Baseline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Learns from trial &amp;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Dueling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Discovers obstacles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collisions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special safety mechanism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DQN 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Enhanced with risk awareness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Predicts obstacles 5 steps ahead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Computes risk maps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Avoids danger BEFORE collision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Proactive safety mechanism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39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(Position, Goal, Obstacles, Risk Map)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7315200" cy="411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Layers: 256 → 128 neurons (ReLU)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587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this state?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880360"/>
            <a:ext cx="320040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each action?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4015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371600" y="3703320"/>
            <a:ext cx="6400800" cy="45720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703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 for 5 Actions (Up, Down, Left, Right, Stay)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Reward Structure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States (Episode Ends):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Goal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solidFill>
            <a:srgbClr val="FFE0E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(150 steps)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Rewards (Every Step):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Penalty: -0.5 (encourages efficiency)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Progress: +(Δd × 1.5) (move toward goal)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Penalty: -(risk × 3.0) (avoid dangerous zones)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Episode (~150 steps, no goal):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-75.0 (step penalties) + 5.0 (progress) - 40.0 (risk) - 20.0 (collision) = -130.0 ≈ NEGATIVE RESULT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Risk-Awareness Innovation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Risk-Aware DQN Anticipates Danger: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00CED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obstacle positions 5 steps ahead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00CED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Gaussian risk around each position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00CED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by exponential decay (0.85^t)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0CED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unified risk 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20040" cy="320040"/>
          </a:xfrm>
          <a:prstGeom prst="ellipse">
            <a:avLst/>
          </a:prstGeom>
          <a:solidFill>
            <a:srgbClr val="00CED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to avoid high-risk cells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Proactive Avoidance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902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'Ouch, I crashed. Don't do that again.'  |  Risk-Aware: 'That zone will have obstacle soon. I'll avoid now.'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Episodes: 500  |  Max steps: 150/episode  |  Gamma: 0.99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decay: 8000 steps (1.0 → 0.05)  |  Batch size: 64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layers: [256, 128]  |  Target update: Every 100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capacity: 30,000  |  Activation: ReLU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(Ep 1-100)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behavior, agents learn basics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108960"/>
            <a:ext cx="2743200" cy="146304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(Ep 100-300)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improvement, behavior forms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2743200" cy="146304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(Ep 300-500)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Stabilization, policies converge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(Last 50 Episodes)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DQN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DQN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Reward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-32.85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-28.42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Collisions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CE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Risk-Aware DQN reduces collisions by 9% while improving success rate — demonstrating effectiveness of safety-first design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Learned: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Recognize obstacles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Avoid dangerous zones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 toward 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Anticipate future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Stabilize behavior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FFE0B2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98% Collision Rate? (Intentional!)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grid (12×12 = 144 cells)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Crowded (5 obstacles = 3.5%)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482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 time limit (150 steps)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40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step penalty (-0.5)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prioritized over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safety mechanism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collision rates reflect safety-first behavior, not failure. Agents learned that avoiding risks (even at the cost of goal achievement) is the correct policy for safety-critical domains.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3375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navigation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delivery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floor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3375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avoidance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navigation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&amp; Aerial Systems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Airspace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systems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techniques demonstrate how machine learning handles safety-critical autonomous systems — a critical field in modern AI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Achievements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CED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 neural networks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DQN from scratch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Prioritized replay buffer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Experience 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Risk-aware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Trajectory 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Proactive avoidance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Multi-objective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Safety-first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5F5F5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episodes trained  |  39-dimensional observation space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[256, 128] network  |  5 possible actions  |  99% uptime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reduction: 9%  |  Success improvement: +2.5pp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~17 minutes  |  Fully reproducible (seed=42)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Deep Q-Learning system with risk-aware enhancement for safe autonomous navigation.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must be explicit in AI systems. Risk-awareness improves safety through anticipation, not reaction.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821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autonomous systems become more prevalent, safety-first design is not optional — it's essential.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050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real robots, test with curriculum learning, explore advanced architectures (PPO, SAC).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9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2026-04-22T11:51:39Z</dcterms:created>
  <dcterms:modified xsi:type="dcterms:W3CDTF">2026-04-22T11:51:39Z</dcterms:modified>
</cp:coreProperties>
</file>